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HR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BED2B9"/>
                </a:solidFill>
              </a:rPr>
              <a:t>Employee Attrition &amp; Workforce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657600"/>
            <a:ext cx="355565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BY</a:t>
            </a:r>
          </a:p>
          <a:p>
            <a:r>
              <a:rPr lang="en-US" sz="4800" dirty="0">
                <a:solidFill>
                  <a:srgbClr val="FFFFFF"/>
                </a:solidFill>
              </a:rPr>
              <a:t>LAWAL MARY</a:t>
            </a:r>
            <a:endParaRPr sz="4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47"/>
                </a:solidFill>
                <a:latin typeface="Aptos Display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Goal: understand employee attrition patterns and identify workforce factors associated with employees leaving.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Dataset: IBM HR Analytics Employee Attrition dataset with 1,470 employees and </a:t>
            </a:r>
            <a:r>
              <a:rPr lang="en-US" dirty="0"/>
              <a:t>44</a:t>
            </a:r>
            <a:r>
              <a:rPr dirty="0"/>
              <a:t> columns.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Workflow: data inspection and preparation in</a:t>
            </a:r>
            <a:r>
              <a:rPr lang="en-US" dirty="0"/>
              <a:t> Excel &amp;</a:t>
            </a:r>
            <a:r>
              <a:rPr dirty="0"/>
              <a:t> Python → exploratory analysis and correlation review → interactive Excel dashboard.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The dashboard brings the analysis together through KPIs, demographic views, department/job-role analysis, age-group analysis and filters.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47"/>
                </a:solidFill>
                <a:latin typeface="Aptos Display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323"/>
                </a:solidFill>
                <a:latin typeface="Aptos"/>
              </a:rPr>
              <a:t>Headline metrics from the completed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581912"/>
            <a:ext cx="1883663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11847"/>
                </a:solidFill>
              </a:rPr>
              <a:t>1,470</a:t>
            </a:r>
          </a:p>
          <a:p>
            <a:pPr algn="ctr"/>
            <a:r>
              <a:rPr sz="1100" b="1">
                <a:solidFill>
                  <a:srgbClr val="232323"/>
                </a:solidFill>
              </a:rPr>
              <a:t>Total Employees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0088" y="1581912"/>
            <a:ext cx="1883663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11847"/>
                </a:solidFill>
              </a:rPr>
              <a:t>237</a:t>
            </a:r>
          </a:p>
          <a:p>
            <a:pPr algn="ctr"/>
            <a:r>
              <a:rPr sz="1100" b="1">
                <a:solidFill>
                  <a:srgbClr val="232323"/>
                </a:solidFill>
              </a:rPr>
              <a:t>Employees Lost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76088" y="1581912"/>
            <a:ext cx="1883663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11847"/>
                </a:solidFill>
              </a:rPr>
              <a:t>1,233</a:t>
            </a:r>
          </a:p>
          <a:p>
            <a:pPr algn="ctr"/>
            <a:r>
              <a:rPr sz="1100" b="1">
                <a:solidFill>
                  <a:srgbClr val="232323"/>
                </a:solidFill>
              </a:rPr>
              <a:t>Active Employees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2088" y="1581912"/>
            <a:ext cx="1883663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11847"/>
                </a:solidFill>
              </a:rPr>
              <a:t>16.12%</a:t>
            </a:r>
          </a:p>
          <a:p>
            <a:pPr algn="ctr"/>
            <a:r>
              <a:rPr sz="1100" b="1">
                <a:solidFill>
                  <a:srgbClr val="232323"/>
                </a:solidFill>
              </a:rPr>
              <a:t>Attrition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41732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48088" y="1581912"/>
            <a:ext cx="1609344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11847"/>
                </a:solidFill>
              </a:rPr>
              <a:t>37</a:t>
            </a:r>
          </a:p>
          <a:p>
            <a:pPr algn="ctr"/>
            <a:r>
              <a:rPr sz="1100" b="1">
                <a:solidFill>
                  <a:srgbClr val="232323"/>
                </a:solidFill>
              </a:rPr>
              <a:t>Average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Most employees remained with the organization, but a meaningful minority exited.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Attrition is concentrated in specific departments, job roles, age groups and work conditions rather than being evenly distributed.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 dashboard is designed to help HR move from raw employee records to targeted retention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47"/>
                </a:solidFill>
                <a:latin typeface="Aptos Display"/>
              </a:rP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47"/>
                </a:solidFill>
              </a:rPr>
              <a:t>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417320"/>
            <a:ext cx="8778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32323"/>
                </a:solidFill>
              </a:rPr>
              <a:t>Research &amp; Development has the largest employee population and also records the highest number of employees who left.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85415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9514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47"/>
                </a:solidFill>
              </a:rPr>
              <a:t>Overtime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276856"/>
            <a:ext cx="8778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32323"/>
                </a:solidFill>
              </a:rPr>
              <a:t>Employees working overtime show more attrition, while employees without overtime are more represented among those who stayed.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44951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15467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47"/>
                </a:solidFill>
              </a:rPr>
              <a:t>Job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136391"/>
            <a:ext cx="8778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32323"/>
                </a:solidFill>
              </a:rPr>
              <a:t>Sales Executive has the largest employee population, while Laboratory Technician records the highest number of employees who left.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04487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014215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47"/>
                </a:solidFill>
              </a:rPr>
              <a:t>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995927"/>
            <a:ext cx="8778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32323"/>
                </a:solidFill>
              </a:rPr>
              <a:t>Higher-income employees tend to stay more, while lower-income employees show greater attrition in the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64023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873751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47"/>
                </a:solidFill>
              </a:rP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855463"/>
            <a:ext cx="8778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32323"/>
                </a:solidFill>
              </a:rPr>
              <a:t>Younger employees tend to leave more, while older employees tend to show stronger retention.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47"/>
                </a:solidFill>
                <a:latin typeface="Aptos Display"/>
              </a:rPr>
              <a:t>Interactive HR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75438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232323"/>
                </a:solidFill>
                <a:latin typeface="Aptos"/>
              </a:rPr>
              <a:t>Completed Excel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E2AD21-56E9-4E8E-868F-A866CC8FF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14" y="1051560"/>
            <a:ext cx="9897386" cy="5681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47"/>
                </a:solidFill>
                <a:latin typeface="Aptos Display"/>
              </a:rPr>
              <a:t>Dashboard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KPI layer: Total Employees, Attrition, Active Employees, Attrition Rate and Average Age.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Demographic layer: gender, education, age group and marital status.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Workforce layer: department and job-role attrition.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Filter layer: Education Field and Department filters allow focused exploration.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 dashboard is intended for quick executive scanning while still allowing deeper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47"/>
                </a:solidFill>
                <a:latin typeface="Aptos Display"/>
              </a:rP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 correlation review was used as an exploratory step to identify variables that move with the attrition outcome.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Among the strongest positive relationships observed were Overtime, Marital Status and Distance From Home.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Among the most negative relationships observed were Total Working Years, Job Level and Years in Current Role.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These relationships should be interpreted as associations, not proof that a variable directly causes employees to leave.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47"/>
                </a:solidFill>
                <a:latin typeface="Aptos Display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Review overtime-heavy roles and teams for workload, scheduling and burnout risks.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Develop targeted retention strategies for younger employees and early-career roles.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Investigate the experience of high-attrition job roles such as Laboratory Technician and Sales Executive.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Review compensation progression and career growth opportunities, especially for lower-income and early-tenure employees.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Use department-level attrition monitoring to identify teams that need deeper HR intervention.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175682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rgbClr val="FFFFFF"/>
                </a:solidFill>
              </a:rPr>
              <a:t>The HR Analytics project transforms employee-level data into a practical view of attrition. </a:t>
            </a:r>
            <a:endParaRPr lang="en-US" sz="2200" dirty="0">
              <a:solidFill>
                <a:srgbClr val="FFFFFF"/>
              </a:solidFill>
            </a:endParaRPr>
          </a:p>
          <a:p>
            <a:r>
              <a:rPr sz="2200" dirty="0">
                <a:solidFill>
                  <a:srgbClr val="FFFFFF"/>
                </a:solidFill>
              </a:rPr>
              <a:t>The completed dashboard </a:t>
            </a:r>
            <a:r>
              <a:rPr lang="en-US" sz="2200" dirty="0">
                <a:solidFill>
                  <a:srgbClr val="FFFFFF"/>
                </a:solidFill>
              </a:rPr>
              <a:t>h</a:t>
            </a:r>
            <a:r>
              <a:rPr sz="2200" dirty="0">
                <a:solidFill>
                  <a:srgbClr val="FFFFFF"/>
                </a:solidFill>
              </a:rPr>
              <a:t>ighlights where attrition is concentrated an</a:t>
            </a:r>
            <a:r>
              <a:rPr lang="en-US" sz="2200" dirty="0">
                <a:solidFill>
                  <a:srgbClr val="FFFFFF"/>
                </a:solidFill>
              </a:rPr>
              <a:t>d p</a:t>
            </a:r>
            <a:r>
              <a:rPr sz="2200" dirty="0">
                <a:solidFill>
                  <a:srgbClr val="FFFFFF"/>
                </a:solidFill>
              </a:rPr>
              <a:t>rovides a foundation for targeted retention decisions.</a:t>
            </a:r>
            <a:endParaRPr lang="en-US" sz="2200" dirty="0">
              <a:solidFill>
                <a:srgbClr val="FFFFFF"/>
              </a:solidFill>
            </a:endParaRPr>
          </a:p>
          <a:p>
            <a:endParaRPr lang="en-US" sz="2200" dirty="0">
              <a:solidFill>
                <a:srgbClr val="FFFFFF"/>
              </a:solidFill>
            </a:endParaRPr>
          </a:p>
          <a:p>
            <a:endParaRPr sz="2200" dirty="0">
              <a:solidFill>
                <a:srgbClr val="FFFFFF"/>
              </a:solidFill>
            </a:endParaRPr>
          </a:p>
          <a:p>
            <a:pPr>
              <a:spcBef>
                <a:spcPts val="2000"/>
              </a:spcBef>
            </a:pPr>
            <a:endParaRPr sz="1800" dirty="0">
              <a:solidFill>
                <a:srgbClr val="CDDCC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540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Lawal</dc:creator>
  <cp:keywords/>
  <dc:description>generated using python-pptx</dc:description>
  <cp:lastModifiedBy>Lawal</cp:lastModifiedBy>
  <cp:revision>4</cp:revision>
  <dcterms:created xsi:type="dcterms:W3CDTF">2013-01-27T09:14:16Z</dcterms:created>
  <dcterms:modified xsi:type="dcterms:W3CDTF">2026-08-19T11:48:00Z</dcterms:modified>
  <cp:category/>
</cp:coreProperties>
</file>